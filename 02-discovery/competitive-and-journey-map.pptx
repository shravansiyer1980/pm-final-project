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2 Competitive Analysis &amp; Journey Map" id="{A0499C64-50EB-8585-8367-90BC86B7F877}">
          <p14:sldIdLst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24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Coordinator shift close, 5 manual steps. Worst one is step 4 where they re-type stuff RouteLogic already has, because the live updates came in on WhatsApp and texts. Evidence - WhatsApp as the real system quote, 20-60 min board lag, 14.6 min compliance step, ~6.8 min a day saved on handoff. Opportunities - B6, sync fix, B1, B2 (the one we're testing),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RouteLogic wins on admin/reporting and loses on frontline speed and sync. Competitor isnt named in the research so we dont know their reporting depth yet. WhatsApp etc is fast but creates the re-keying at the end of the shift, which is what B2 gets rid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kern="0" spc="2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78308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AR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ordinator shift-close journey map: five steps from chasing status on WhatsApp to re-typing the daily report and handing off off-platform; step 4, re-typing, is the low point and maps to B2 Daily Report Auto-Fill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petitive snapshot comparing RouteLogic today, an unnamed lean routing competitor, and the WhatsApp/spreadsheet workaround stack; reporting is the moat, frontline speed is the threat, B2 removes re-keying while keeping reporting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outeLogic Velocity">
  <a:themeElements>
    <a:clrScheme name="RouteLogic Velocity">
      <a:dk1>
        <a:srgbClr val="15201D"/>
      </a:dk1>
      <a:lt1>
        <a:srgbClr val="FFFFFF"/>
      </a:lt1>
      <a:dk2>
        <a:srgbClr val="0D6B63"/>
      </a:dk2>
      <a:lt2>
        <a:srgbClr val="EEF2F0"/>
      </a:lt2>
      <a:accent1>
        <a:srgbClr val="0D6B63"/>
      </a:accent1>
      <a:accent2>
        <a:srgbClr val="A8430B"/>
      </a:accent2>
      <a:accent3>
        <a:srgbClr val="56645F"/>
      </a:accent3>
      <a:accent4>
        <a:srgbClr val="DFF0ED"/>
      </a:accent4>
      <a:accent5>
        <a:srgbClr val="FBE9DC"/>
      </a:accent5>
      <a:accent6>
        <a:srgbClr val="D3DCD8"/>
      </a:accent6>
      <a:hlink>
        <a:srgbClr val="0D6B63"/>
      </a:hlink>
      <a:folHlink>
        <a:srgbClr val="56645F"/>
      </a:folHlink>
    </a:clrScheme>
    <a:fontScheme name="RouteLogic Velocit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Macintosh PowerPoint</Application>
  <PresentationFormat>On-screen Show (16:9)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RouteLogic Velocity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Analysis &amp; Journey Map</dc:title>
  <dc:subject>PptxGenJS Presentation</dc:subject>
  <dc:creator>PptxGenJS</dc:creator>
  <cp:lastModifiedBy>Shravan Iyer</cp:lastModifiedBy>
  <cp:revision>2</cp:revision>
  <dcterms:created xsi:type="dcterms:W3CDTF">2026-10-30T01:25:36Z</dcterms:created>
  <dcterms:modified xsi:type="dcterms:W3CDTF">2026-10-30T01:29:51Z</dcterms:modified>
</cp:coreProperties>
</file>