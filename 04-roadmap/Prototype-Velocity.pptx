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23"/>
    <p:restoredTop sz="94649"/>
  </p:normalViewPr>
  <p:slideViewPr>
    <p:cSldViewPr snapToGrid="0">
      <p:cViewPr varScale="1">
        <p:scale>
          <a:sx n="57" d="100"/>
          <a:sy n="57" d="100"/>
        </p:scale>
        <p:origin x="18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A896-1001-1095-08A2-1A836E42F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060AD-AB85-AD92-A445-23494C14A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9A18C-FF0A-891A-DAFC-3D7AB93CA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EE5DD-DFB6-D94D-BAA7-823B9C08E44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AFFC8-D937-F85C-5320-BE5C462E7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EDF3D-B7AB-184D-5F2E-5BD936CE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7FD6-3765-AB4B-95E1-785D2EB42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6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A7C9-22FE-49A9-6741-5E1AD78F1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1EB38-101E-2FE2-D843-646DCB22B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25AD4-D1FC-E326-7692-50651C7C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EE5DD-DFB6-D94D-BAA7-823B9C08E44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06D05-3B2B-B7DD-88A1-25BA9AF0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EA008-77C2-E550-311D-27B7CD3D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7FD6-3765-AB4B-95E1-785D2EB42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01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DADDD-EB4A-3CC0-46D0-F5CBF0776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356B2-0F73-B060-BA7C-267B8FAF6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00AB8-263D-3A23-EF8B-BC5D0DE3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EE5DD-DFB6-D94D-BAA7-823B9C08E44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4C58F-F2B0-096A-4D79-2D1616B0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93659-CB2B-B9F0-9685-C666480B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7FD6-3765-AB4B-95E1-785D2EB42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5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BCEF-B3B8-3B26-C174-2E5E299EF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83533-D796-6F6E-9C07-853704959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D7BB9-243D-84D9-4867-2C9E2A5FC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BA9FC-AF2C-E559-8E77-B08559CE2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EE5DD-DFB6-D94D-BAA7-823B9C08E44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B9A71-AF7D-1A82-0F5B-583C5FED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C81C0-2EE8-8935-F40A-0B53D6A3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7FD6-3765-AB4B-95E1-785D2EB42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4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3D82-2347-91D1-CA4A-21B6A8AF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49AC7-3FAE-33F6-FF48-A43CC4AC0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6656A-DA33-6A4F-4EE3-65EF8168F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8A89E-AD6B-3384-866C-130EA53C0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0487A8-8B4D-DFA5-A70F-FE5D8AC10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4D3A06-40C5-AC42-DDA7-DB1195202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EE5DD-DFB6-D94D-BAA7-823B9C08E44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23E215-D8A3-8042-6268-E7B6808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B4265-4EB1-DAF9-3DA1-8A41D6A3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7FD6-3765-AB4B-95E1-785D2EB42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18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2F5D1-203B-0355-26B3-FDEAFE6B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D134C-ECB5-D8CF-C7A6-B20CAEF8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EE5DD-DFB6-D94D-BAA7-823B9C08E44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EF5E1-F0CC-345E-105C-97FEB497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FADB6-2307-0747-1D37-6FD1623C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7FD6-3765-AB4B-95E1-785D2EB42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8989C-149A-B2DE-A491-37DB041F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EE5DD-DFB6-D94D-BAA7-823B9C08E44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5AA17-69D8-49BE-291C-A8C1F5CD6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D847F-79B1-6609-81AB-7C3A9C541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7FD6-3765-AB4B-95E1-785D2EB42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14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AD93C-ABAD-74F9-A9D8-7A1C58BA6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4CCE-8E4D-493D-6FDD-EE5A739F0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89F7A-11E9-FE41-F6EE-37488F4A3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D00BD-35DC-7C53-0EE4-7C04C8184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EE5DD-DFB6-D94D-BAA7-823B9C08E44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B380D-7F81-4E7B-0C24-534C92430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2B6BD-50C7-F015-16B9-D62D9DEF4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7FD6-3765-AB4B-95E1-785D2EB42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41591-15FC-1700-67A5-D44C2D630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0BC2C4-B24C-3FAB-8446-6E9932004D4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5334E-5866-D466-C05A-595298A3F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9AC56-EC80-DB03-1022-C0C0FD01F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EE5DD-DFB6-D94D-BAA7-823B9C08E44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388FF-225D-F9C1-08F1-DC8D5505A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74433-21F9-1131-3AAA-C1DC284A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7FD6-3765-AB4B-95E1-785D2EB42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9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1D7F6-1B7B-8446-C107-E4225FF6C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9496A3-7521-72FD-AACD-7CD45F96F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672F0-912B-D793-3375-32C102DF3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EE5DD-DFB6-D94D-BAA7-823B9C08E44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FCF99-60ED-0086-B939-EBA37C4FA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4B4C3-3A92-BDDE-776F-F83B8A76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7FD6-3765-AB4B-95E1-785D2EB42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95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DAFEEC-33AC-844E-8753-5B82C9F422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A5AA5-D22F-AB38-A916-D95937E13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4679-048B-A8CC-F2EE-B6DAC29D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EE5DD-DFB6-D94D-BAA7-823B9C08E44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72B55-7AEC-2BD9-C86F-CDF6DA24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99A4B-9EA5-7B31-8BB1-F39CBD6F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7FD6-3765-AB4B-95E1-785D2EB42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2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4DC692-5767-4675-B742-21D2A0D0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9A8B8-FBF8-D6A6-9051-3EB96549E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483F3-68E5-59BE-5034-FB1BE4797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FEE5DD-DFB6-D94D-BAA7-823B9C08E44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857FF-2930-2828-8C28-2A97E11BC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697A9-EF6A-02AE-2095-DBFA7781F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C7FD6-3765-AB4B-95E1-785D2EB42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16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19BB91-C5B6-9641-219B-CEE82E3B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73" y="188545"/>
            <a:ext cx="11082453" cy="648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443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113363-43B0-3FE5-877F-CDEF92AFE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1" y="325478"/>
            <a:ext cx="10569497" cy="620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41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Shravan Iyer</dc:creator>
  <cp:lastModifiedBy>Shravan Iyer</cp:lastModifiedBy>
  <cp:revision>1</cp:revision>
  <dcterms:created xsi:type="dcterms:W3CDTF">2026-10-23T02:58:34Z</dcterms:created>
  <dcterms:modified xsi:type="dcterms:W3CDTF">2026-10-23T03:00:39Z</dcterms:modified>
</cp:coreProperties>
</file>